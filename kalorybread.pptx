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3" r:id="rId6"/>
    <p:sldId id="264" r:id="rId7"/>
  </p:sldIdLst>
  <p:sldSz cx="18288000" cy="10287000"/>
  <p:notesSz cx="6858000" cy="9144000"/>
  <p:embeddedFontLst>
    <p:embeddedFont>
      <p:font typeface="Calibri" pitchFamily="34" charset="0"/>
      <p:regular r:id="rId8"/>
      <p:bold r:id="rId9"/>
      <p:italic r:id="rId10"/>
      <p:boldItalic r:id="rId11"/>
    </p:embeddedFont>
    <p:embeddedFont>
      <p:font typeface="Simple Serenity" charset="0"/>
      <p:regular r:id="rId12"/>
    </p:embeddedFont>
    <p:embeddedFont>
      <p:font typeface="CMU Serif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-75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24/02/2026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1668" y="1816194"/>
            <a:ext cx="4253139" cy="3973212"/>
            <a:chOff x="0" y="0"/>
            <a:chExt cx="964241" cy="90077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4241" cy="900778"/>
            </a:xfrm>
            <a:custGeom>
              <a:avLst/>
              <a:gdLst/>
              <a:ahLst/>
              <a:cxnLst/>
              <a:rect l="l" t="t" r="r" b="b"/>
              <a:pathLst>
                <a:path w="964241" h="900778">
                  <a:moveTo>
                    <a:pt x="0" y="0"/>
                  </a:moveTo>
                  <a:lnTo>
                    <a:pt x="964241" y="0"/>
                  </a:lnTo>
                  <a:lnTo>
                    <a:pt x="964241" y="900778"/>
                  </a:lnTo>
                  <a:lnTo>
                    <a:pt x="0" y="900778"/>
                  </a:lnTo>
                  <a:close/>
                </a:path>
              </a:pathLst>
            </a:custGeom>
            <a:solidFill>
              <a:srgbClr val="D1C2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64241" cy="938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3479" y="4497594"/>
            <a:ext cx="4282853" cy="3973212"/>
            <a:chOff x="0" y="0"/>
            <a:chExt cx="970977" cy="9007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0977" cy="900778"/>
            </a:xfrm>
            <a:custGeom>
              <a:avLst/>
              <a:gdLst/>
              <a:ahLst/>
              <a:cxnLst/>
              <a:rect l="l" t="t" r="r" b="b"/>
              <a:pathLst>
                <a:path w="970977" h="900778">
                  <a:moveTo>
                    <a:pt x="0" y="0"/>
                  </a:moveTo>
                  <a:lnTo>
                    <a:pt x="970977" y="0"/>
                  </a:lnTo>
                  <a:lnTo>
                    <a:pt x="970977" y="900778"/>
                  </a:lnTo>
                  <a:lnTo>
                    <a:pt x="0" y="900778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970977" cy="9388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89662" y="2268566"/>
            <a:ext cx="14448333" cy="5730908"/>
            <a:chOff x="0" y="0"/>
            <a:chExt cx="3275621" cy="12992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75621" cy="1299270"/>
            </a:xfrm>
            <a:custGeom>
              <a:avLst/>
              <a:gdLst/>
              <a:ahLst/>
              <a:cxnLst/>
              <a:rect l="l" t="t" r="r" b="b"/>
              <a:pathLst>
                <a:path w="3275621" h="1299270">
                  <a:moveTo>
                    <a:pt x="0" y="0"/>
                  </a:moveTo>
                  <a:lnTo>
                    <a:pt x="3275621" y="0"/>
                  </a:lnTo>
                  <a:lnTo>
                    <a:pt x="3275621" y="1299270"/>
                  </a:lnTo>
                  <a:lnTo>
                    <a:pt x="0" y="129927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275621" cy="1337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33800" y="3467100"/>
            <a:ext cx="11811000" cy="33085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2"/>
              </a:lnSpc>
            </a:pPr>
            <a:r>
              <a:rPr lang="en-US" sz="14313" dirty="0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ea typeface="Simple Serenity"/>
                <a:cs typeface="Times New Roman" pitchFamily="18" charset="0"/>
                <a:sym typeface="Simple Serenity"/>
              </a:rPr>
              <a:t>Work Analysis </a:t>
            </a:r>
            <a:r>
              <a:rPr lang="en-US" sz="14313" smtClean="0">
                <a:solidFill>
                  <a:schemeClr val="bg2">
                    <a:lumMod val="25000"/>
                  </a:schemeClr>
                </a:solidFill>
                <a:latin typeface="Times New Roman" pitchFamily="18" charset="0"/>
                <a:ea typeface="Simple Serenity"/>
                <a:cs typeface="Times New Roman" pitchFamily="18" charset="0"/>
                <a:sym typeface="Simple Serenity"/>
              </a:rPr>
              <a:t>Sofware</a:t>
            </a:r>
            <a:endParaRPr lang="en-US" sz="14313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ea typeface="Simple Serenity"/>
              <a:cs typeface="Times New Roman" pitchFamily="18" charset="0"/>
              <a:sym typeface="Simple Serenit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2"/>
          <p:cNvSpPr txBox="1"/>
          <p:nvPr/>
        </p:nvSpPr>
        <p:spPr>
          <a:xfrm>
            <a:off x="3387812" y="800100"/>
            <a:ext cx="11512377" cy="728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3"/>
              </a:lnSpc>
            </a:pPr>
            <a:r>
              <a:rPr lang="en-US" sz="5859" b="1" dirty="0" smtClean="0">
                <a:solidFill>
                  <a:srgbClr val="000000"/>
                </a:solidFill>
                <a:latin typeface="CMU Serif"/>
                <a:ea typeface="CMU Serif"/>
                <a:cs typeface="CMU Serif"/>
                <a:sym typeface="CMU Serif"/>
              </a:rPr>
              <a:t>Overview</a:t>
            </a:r>
            <a:endParaRPr lang="en-US" sz="5859" b="1" dirty="0">
              <a:solidFill>
                <a:srgbClr val="000000"/>
              </a:solidFill>
              <a:latin typeface="CMU Serif"/>
              <a:ea typeface="CMU Serif"/>
              <a:cs typeface="CMU Serif"/>
              <a:sym typeface="CMU Serif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38200" y="2171700"/>
            <a:ext cx="5029200" cy="220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Visit our website to view all details categorized for your convenience.</a:t>
            </a:r>
            <a:endParaRPr lang="en-US" sz="2800" dirty="0"/>
          </a:p>
        </p:txBody>
      </p:sp>
      <p:sp>
        <p:nvSpPr>
          <p:cNvPr id="49" name="Rectangle 48"/>
          <p:cNvSpPr/>
          <p:nvPr/>
        </p:nvSpPr>
        <p:spPr>
          <a:xfrm>
            <a:off x="6629400" y="2171700"/>
            <a:ext cx="4876800" cy="220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Choose a category and select an option (Service / Maintenance / Install) with our operator.</a:t>
            </a:r>
            <a:endParaRPr lang="en-US" sz="2800" dirty="0"/>
          </a:p>
        </p:txBody>
      </p:sp>
      <p:sp>
        <p:nvSpPr>
          <p:cNvPr id="50" name="Rectangle 49"/>
          <p:cNvSpPr/>
          <p:nvPr/>
        </p:nvSpPr>
        <p:spPr>
          <a:xfrm>
            <a:off x="12268200" y="2171700"/>
            <a:ext cx="5562600" cy="220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View card and bill details in the operator panel. Login using mobile number and password, and pay a partial or full amount. Notification sent to operator via email.</a:t>
            </a:r>
            <a:endParaRPr lang="en-US" sz="2800" dirty="0"/>
          </a:p>
        </p:txBody>
      </p:sp>
      <p:sp>
        <p:nvSpPr>
          <p:cNvPr id="56" name="Rectangle 55"/>
          <p:cNvSpPr/>
          <p:nvPr/>
        </p:nvSpPr>
        <p:spPr>
          <a:xfrm>
            <a:off x="838200" y="5219700"/>
            <a:ext cx="5029200" cy="220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View order details in the operator panel, categorized by type, and accept orders by the operator.</a:t>
            </a:r>
            <a:endParaRPr lang="en-US" sz="2800" dirty="0"/>
          </a:p>
        </p:txBody>
      </p:sp>
      <p:sp>
        <p:nvSpPr>
          <p:cNvPr id="57" name="Rectangle 56"/>
          <p:cNvSpPr/>
          <p:nvPr/>
        </p:nvSpPr>
        <p:spPr>
          <a:xfrm>
            <a:off x="6553200" y="5143500"/>
            <a:ext cx="5029200" cy="220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Sent Mail to Customer-- Your </a:t>
            </a:r>
            <a:r>
              <a:rPr lang="en-US" sz="2800" dirty="0" smtClean="0"/>
              <a:t>request has been accepted. This operator will call you soon. Check details in </a:t>
            </a:r>
            <a:r>
              <a:rPr lang="en-US" sz="2800" dirty="0" smtClean="0"/>
              <a:t>Your Panel.</a:t>
            </a:r>
            <a:endParaRPr lang="en-US" sz="2800" dirty="0"/>
          </a:p>
        </p:txBody>
      </p:sp>
      <p:sp>
        <p:nvSpPr>
          <p:cNvPr id="8" name="Rectangle 7"/>
          <p:cNvSpPr/>
          <p:nvPr/>
        </p:nvSpPr>
        <p:spPr>
          <a:xfrm>
            <a:off x="12344400" y="5143500"/>
            <a:ext cx="54864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Manage all details—including customers, operators, categories, </a:t>
            </a:r>
            <a:r>
              <a:rPr lang="en-US" sz="2800" dirty="0" err="1" smtClean="0"/>
              <a:t>subitems</a:t>
            </a:r>
            <a:r>
              <a:rPr lang="en-US" sz="2800" dirty="0" smtClean="0"/>
              <a:t>  </a:t>
            </a:r>
            <a:r>
              <a:rPr lang="en-US" sz="2800" dirty="0" smtClean="0"/>
              <a:t>and website settings—through the admin panel.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1217" y="1818008"/>
            <a:ext cx="2629254" cy="2610029"/>
            <a:chOff x="0" y="0"/>
            <a:chExt cx="596085" cy="59172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085" cy="591727"/>
            </a:xfrm>
            <a:custGeom>
              <a:avLst/>
              <a:gdLst/>
              <a:ahLst/>
              <a:cxnLst/>
              <a:rect l="l" t="t" r="r" b="b"/>
              <a:pathLst>
                <a:path w="596085" h="591727">
                  <a:moveTo>
                    <a:pt x="0" y="0"/>
                  </a:moveTo>
                  <a:lnTo>
                    <a:pt x="596085" y="0"/>
                  </a:lnTo>
                  <a:lnTo>
                    <a:pt x="596085" y="591727"/>
                  </a:lnTo>
                  <a:lnTo>
                    <a:pt x="0" y="591727"/>
                  </a:lnTo>
                  <a:close/>
                </a:path>
              </a:pathLst>
            </a:custGeom>
            <a:solidFill>
              <a:srgbClr val="D1C2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96085" cy="6298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919657" y="5858962"/>
            <a:ext cx="2629254" cy="2610029"/>
            <a:chOff x="0" y="0"/>
            <a:chExt cx="596085" cy="5917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6085" cy="591727"/>
            </a:xfrm>
            <a:custGeom>
              <a:avLst/>
              <a:gdLst/>
              <a:ahLst/>
              <a:cxnLst/>
              <a:rect l="l" t="t" r="r" b="b"/>
              <a:pathLst>
                <a:path w="596085" h="591727">
                  <a:moveTo>
                    <a:pt x="0" y="0"/>
                  </a:moveTo>
                  <a:lnTo>
                    <a:pt x="596085" y="0"/>
                  </a:lnTo>
                  <a:lnTo>
                    <a:pt x="596085" y="591727"/>
                  </a:lnTo>
                  <a:lnTo>
                    <a:pt x="0" y="591727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96085" cy="6298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708454" y="2244803"/>
            <a:ext cx="5358012" cy="5730908"/>
            <a:chOff x="0" y="0"/>
            <a:chExt cx="1214729" cy="12992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4729" cy="1299270"/>
            </a:xfrm>
            <a:custGeom>
              <a:avLst/>
              <a:gdLst/>
              <a:ahLst/>
              <a:cxnLst/>
              <a:rect l="l" t="t" r="r" b="b"/>
              <a:pathLst>
                <a:path w="1214729" h="1299270">
                  <a:moveTo>
                    <a:pt x="0" y="0"/>
                  </a:moveTo>
                  <a:lnTo>
                    <a:pt x="1214729" y="0"/>
                  </a:lnTo>
                  <a:lnTo>
                    <a:pt x="1214729" y="1299270"/>
                  </a:lnTo>
                  <a:lnTo>
                    <a:pt x="0" y="1299270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14729" cy="13373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708454" y="2244803"/>
            <a:ext cx="5358012" cy="5730908"/>
            <a:chOff x="0" y="0"/>
            <a:chExt cx="830096" cy="8878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30096" cy="887868"/>
            </a:xfrm>
            <a:custGeom>
              <a:avLst/>
              <a:gdLst/>
              <a:ahLst/>
              <a:cxnLst/>
              <a:rect l="l" t="t" r="r" b="b"/>
              <a:pathLst>
                <a:path w="830096" h="887868">
                  <a:moveTo>
                    <a:pt x="0" y="0"/>
                  </a:moveTo>
                  <a:lnTo>
                    <a:pt x="830096" y="0"/>
                  </a:lnTo>
                  <a:lnTo>
                    <a:pt x="830096" y="887868"/>
                  </a:lnTo>
                  <a:lnTo>
                    <a:pt x="0" y="887868"/>
                  </a:lnTo>
                  <a:close/>
                </a:path>
              </a:pathLst>
            </a:custGeom>
            <a:blipFill>
              <a:blip r:embed="rId2"/>
              <a:stretch>
                <a:fillRect l="-62589" r="-62589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028700" y="2293752"/>
            <a:ext cx="8096114" cy="72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5864" dirty="0">
                <a:solidFill>
                  <a:srgbClr val="F8F8F8"/>
                </a:solidFill>
                <a:latin typeface="CMU Serif"/>
                <a:ea typeface="CMU Serif"/>
                <a:cs typeface="CMU Serif"/>
                <a:sym typeface="CMU Serif"/>
              </a:rPr>
              <a:t>Introduction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81200" y="3619500"/>
            <a:ext cx="7696200" cy="3581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/>
              <a:t>Visit our website to view all details categorized for your convenience.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11090" y="7541404"/>
            <a:ext cx="7069180" cy="1364826"/>
            <a:chOff x="0" y="0"/>
            <a:chExt cx="1602673" cy="3094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02673" cy="309423"/>
            </a:xfrm>
            <a:custGeom>
              <a:avLst/>
              <a:gdLst/>
              <a:ahLst/>
              <a:cxnLst/>
              <a:rect l="l" t="t" r="r" b="b"/>
              <a:pathLst>
                <a:path w="1602673" h="309423">
                  <a:moveTo>
                    <a:pt x="0" y="0"/>
                  </a:moveTo>
                  <a:lnTo>
                    <a:pt x="1602673" y="0"/>
                  </a:lnTo>
                  <a:lnTo>
                    <a:pt x="1602673" y="309423"/>
                  </a:lnTo>
                  <a:lnTo>
                    <a:pt x="0" y="309423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02673" cy="34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6789" y="3220701"/>
            <a:ext cx="7069180" cy="1364826"/>
            <a:chOff x="0" y="0"/>
            <a:chExt cx="1602673" cy="3094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02673" cy="309423"/>
            </a:xfrm>
            <a:custGeom>
              <a:avLst/>
              <a:gdLst/>
              <a:ahLst/>
              <a:cxnLst/>
              <a:rect l="l" t="t" r="r" b="b"/>
              <a:pathLst>
                <a:path w="1602673" h="309423">
                  <a:moveTo>
                    <a:pt x="0" y="0"/>
                  </a:moveTo>
                  <a:lnTo>
                    <a:pt x="1602673" y="0"/>
                  </a:lnTo>
                  <a:lnTo>
                    <a:pt x="1602673" y="309423"/>
                  </a:lnTo>
                  <a:lnTo>
                    <a:pt x="0" y="309423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602673" cy="34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52787" y="6432564"/>
            <a:ext cx="6185786" cy="2052164"/>
            <a:chOff x="0" y="0"/>
            <a:chExt cx="1402396" cy="4652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02396" cy="465252"/>
            </a:xfrm>
            <a:custGeom>
              <a:avLst/>
              <a:gdLst/>
              <a:ahLst/>
              <a:cxnLst/>
              <a:rect l="l" t="t" r="r" b="b"/>
              <a:pathLst>
                <a:path w="1402396" h="465252">
                  <a:moveTo>
                    <a:pt x="0" y="0"/>
                  </a:moveTo>
                  <a:lnTo>
                    <a:pt x="1402396" y="0"/>
                  </a:lnTo>
                  <a:lnTo>
                    <a:pt x="1402396" y="465252"/>
                  </a:lnTo>
                  <a:lnTo>
                    <a:pt x="0" y="46525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02396" cy="503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95943" y="1373339"/>
            <a:ext cx="8096114" cy="72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5864">
                <a:solidFill>
                  <a:srgbClr val="F8F8F8"/>
                </a:solidFill>
                <a:latin typeface="CMU Serif"/>
                <a:ea typeface="CMU Serif"/>
                <a:cs typeface="CMU Serif"/>
                <a:sym typeface="CMU Serif"/>
              </a:rPr>
              <a:t>Project Goals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852787" y="3559445"/>
            <a:ext cx="6185786" cy="2052164"/>
            <a:chOff x="0" y="0"/>
            <a:chExt cx="1402396" cy="4652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02396" cy="465252"/>
            </a:xfrm>
            <a:custGeom>
              <a:avLst/>
              <a:gdLst/>
              <a:ahLst/>
              <a:cxnLst/>
              <a:rect l="l" t="t" r="r" b="b"/>
              <a:pathLst>
                <a:path w="1402396" h="465252">
                  <a:moveTo>
                    <a:pt x="0" y="0"/>
                  </a:moveTo>
                  <a:lnTo>
                    <a:pt x="1402396" y="0"/>
                  </a:lnTo>
                  <a:lnTo>
                    <a:pt x="1402396" y="465252"/>
                  </a:lnTo>
                  <a:lnTo>
                    <a:pt x="0" y="46525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02396" cy="503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05142" y="7541404"/>
            <a:ext cx="7069180" cy="1364826"/>
            <a:chOff x="0" y="0"/>
            <a:chExt cx="1602673" cy="3094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02673" cy="309423"/>
            </a:xfrm>
            <a:custGeom>
              <a:avLst/>
              <a:gdLst/>
              <a:ahLst/>
              <a:cxnLst/>
              <a:rect l="l" t="t" r="r" b="b"/>
              <a:pathLst>
                <a:path w="1602673" h="309423">
                  <a:moveTo>
                    <a:pt x="0" y="0"/>
                  </a:moveTo>
                  <a:lnTo>
                    <a:pt x="1602673" y="0"/>
                  </a:lnTo>
                  <a:lnTo>
                    <a:pt x="1602673" y="309423"/>
                  </a:lnTo>
                  <a:lnTo>
                    <a:pt x="0" y="309423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602673" cy="34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00840" y="3220701"/>
            <a:ext cx="7069180" cy="1364826"/>
            <a:chOff x="0" y="0"/>
            <a:chExt cx="1602673" cy="3094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02673" cy="309423"/>
            </a:xfrm>
            <a:custGeom>
              <a:avLst/>
              <a:gdLst/>
              <a:ahLst/>
              <a:cxnLst/>
              <a:rect l="l" t="t" r="r" b="b"/>
              <a:pathLst>
                <a:path w="1602673" h="309423">
                  <a:moveTo>
                    <a:pt x="0" y="0"/>
                  </a:moveTo>
                  <a:lnTo>
                    <a:pt x="1602673" y="0"/>
                  </a:lnTo>
                  <a:lnTo>
                    <a:pt x="1602673" y="309423"/>
                  </a:lnTo>
                  <a:lnTo>
                    <a:pt x="0" y="309423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602673" cy="3475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846839" y="6432564"/>
            <a:ext cx="6185786" cy="2052164"/>
            <a:chOff x="0" y="0"/>
            <a:chExt cx="1402396" cy="4652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02396" cy="465252"/>
            </a:xfrm>
            <a:custGeom>
              <a:avLst/>
              <a:gdLst/>
              <a:ahLst/>
              <a:cxnLst/>
              <a:rect l="l" t="t" r="r" b="b"/>
              <a:pathLst>
                <a:path w="1402396" h="465252">
                  <a:moveTo>
                    <a:pt x="0" y="0"/>
                  </a:moveTo>
                  <a:lnTo>
                    <a:pt x="1402396" y="0"/>
                  </a:lnTo>
                  <a:lnTo>
                    <a:pt x="1402396" y="465252"/>
                  </a:lnTo>
                  <a:lnTo>
                    <a:pt x="0" y="46525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402396" cy="503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846839" y="3559445"/>
            <a:ext cx="6185786" cy="2052164"/>
            <a:chOff x="0" y="0"/>
            <a:chExt cx="1402396" cy="4652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02396" cy="465252"/>
            </a:xfrm>
            <a:custGeom>
              <a:avLst/>
              <a:gdLst/>
              <a:ahLst/>
              <a:cxnLst/>
              <a:rect l="l" t="t" r="r" b="b"/>
              <a:pathLst>
                <a:path w="1402396" h="465252">
                  <a:moveTo>
                    <a:pt x="0" y="0"/>
                  </a:moveTo>
                  <a:lnTo>
                    <a:pt x="1402396" y="0"/>
                  </a:lnTo>
                  <a:lnTo>
                    <a:pt x="1402396" y="465252"/>
                  </a:lnTo>
                  <a:lnTo>
                    <a:pt x="0" y="465252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402396" cy="5033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2133155" y="3722100"/>
            <a:ext cx="5625050" cy="175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1"/>
              </a:lnSpc>
            </a:pPr>
            <a:r>
              <a:rPr lang="en-US" sz="2461">
                <a:solidFill>
                  <a:srgbClr val="000000"/>
                </a:solidFill>
                <a:latin typeface="CMU Serif"/>
                <a:ea typeface="CMU Serif"/>
                <a:cs typeface="CMU Serif"/>
                <a:sym typeface="CMU Serif"/>
              </a:rPr>
              <a:t>Lorem ipsum dolor sit amet, consectetur adipiscing elit. Sed tincidunt mi sit amet mollis tempor. Nunc a placerat erat. Duis dolor nisi, efficitur fermentum dolor id, semper efficitur ex.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133155" y="6595219"/>
            <a:ext cx="5625050" cy="175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1"/>
              </a:lnSpc>
            </a:pPr>
            <a:r>
              <a:rPr lang="en-US" sz="2461">
                <a:solidFill>
                  <a:srgbClr val="000000"/>
                </a:solidFill>
                <a:latin typeface="CMU Serif"/>
                <a:ea typeface="CMU Serif"/>
                <a:cs typeface="CMU Serif"/>
                <a:sym typeface="CMU Serif"/>
              </a:rPr>
              <a:t>Lorem ipsum dolor sit amet, consectetur adipiscing elit. Sed tincidunt mi sit amet mollis tempor. Nunc a placerat erat. Duis dolor nisi, efficitur fermentum dolor id, semper efficitur ex.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122906" y="3722100"/>
            <a:ext cx="5625050" cy="175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1"/>
              </a:lnSpc>
            </a:pPr>
            <a:r>
              <a:rPr lang="en-US" sz="2461">
                <a:solidFill>
                  <a:srgbClr val="000000"/>
                </a:solidFill>
                <a:latin typeface="CMU Serif"/>
                <a:ea typeface="CMU Serif"/>
                <a:cs typeface="CMU Serif"/>
                <a:sym typeface="CMU Serif"/>
              </a:rPr>
              <a:t>Lorem ipsum dolor sit amet, consectetur adipiscing elit. Sed tincidunt mi sit amet mollis tempor. Nunc a placerat erat. Duis dolor nisi, efficitur fermentum dolor id, semper efficitur ex.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122906" y="6595219"/>
            <a:ext cx="5625050" cy="1755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1"/>
              </a:lnSpc>
            </a:pPr>
            <a:r>
              <a:rPr lang="en-US" sz="2461">
                <a:solidFill>
                  <a:srgbClr val="000000"/>
                </a:solidFill>
                <a:latin typeface="CMU Serif"/>
                <a:ea typeface="CMU Serif"/>
                <a:cs typeface="CMU Serif"/>
                <a:sym typeface="CMU Serif"/>
              </a:rPr>
              <a:t>Lorem ipsum dolor sit amet, consectetur adipiscing elit. Sed tincidunt mi sit amet mollis tempor. Nunc a placerat erat. Duis dolor nisi, efficitur fermentum dolor id, semper efficitur 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81507" y="5390765"/>
            <a:ext cx="5246706" cy="1434568"/>
            <a:chOff x="0" y="0"/>
            <a:chExt cx="1189495" cy="325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9495" cy="325235"/>
            </a:xfrm>
            <a:custGeom>
              <a:avLst/>
              <a:gdLst/>
              <a:ahLst/>
              <a:cxnLst/>
              <a:rect l="l" t="t" r="r" b="b"/>
              <a:pathLst>
                <a:path w="1189495" h="325235">
                  <a:moveTo>
                    <a:pt x="0" y="0"/>
                  </a:moveTo>
                  <a:lnTo>
                    <a:pt x="1189495" y="0"/>
                  </a:lnTo>
                  <a:lnTo>
                    <a:pt x="1189495" y="325235"/>
                  </a:lnTo>
                  <a:lnTo>
                    <a:pt x="0" y="325235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89495" cy="363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11567274" y="5396124"/>
            <a:ext cx="5246706" cy="1423849"/>
            <a:chOff x="0" y="0"/>
            <a:chExt cx="1189495" cy="3228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89495" cy="322805"/>
            </a:xfrm>
            <a:custGeom>
              <a:avLst/>
              <a:gdLst/>
              <a:ahLst/>
              <a:cxnLst/>
              <a:rect l="l" t="t" r="r" b="b"/>
              <a:pathLst>
                <a:path w="1189495" h="322805">
                  <a:moveTo>
                    <a:pt x="0" y="0"/>
                  </a:moveTo>
                  <a:lnTo>
                    <a:pt x="1189495" y="0"/>
                  </a:lnTo>
                  <a:lnTo>
                    <a:pt x="1189495" y="322805"/>
                  </a:lnTo>
                  <a:lnTo>
                    <a:pt x="0" y="322805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89495" cy="3609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40512" y="3867528"/>
            <a:ext cx="10606976" cy="4481042"/>
            <a:chOff x="0" y="0"/>
            <a:chExt cx="2404736" cy="10159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04736" cy="1015909"/>
            </a:xfrm>
            <a:custGeom>
              <a:avLst/>
              <a:gdLst/>
              <a:ahLst/>
              <a:cxnLst/>
              <a:rect l="l" t="t" r="r" b="b"/>
              <a:pathLst>
                <a:path w="2404736" h="1015909">
                  <a:moveTo>
                    <a:pt x="0" y="0"/>
                  </a:moveTo>
                  <a:lnTo>
                    <a:pt x="2404736" y="0"/>
                  </a:lnTo>
                  <a:lnTo>
                    <a:pt x="2404736" y="1015909"/>
                  </a:lnTo>
                  <a:lnTo>
                    <a:pt x="0" y="1015909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04736" cy="10540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554624" y="1829059"/>
            <a:ext cx="7178751" cy="728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8"/>
              </a:lnSpc>
            </a:pPr>
            <a:r>
              <a:rPr lang="en-US" sz="5864">
                <a:solidFill>
                  <a:srgbClr val="F8F8F8"/>
                </a:solidFill>
                <a:latin typeface="CMU Serif"/>
                <a:ea typeface="CMU Serif"/>
                <a:cs typeface="CMU Serif"/>
                <a:sym typeface="CMU Serif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9811" y="4454956"/>
            <a:ext cx="10048377" cy="333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0"/>
              </a:lnSpc>
            </a:pPr>
            <a:r>
              <a:rPr lang="en-US" sz="3327">
                <a:solidFill>
                  <a:srgbClr val="000000"/>
                </a:solidFill>
                <a:latin typeface="CMU Serif"/>
                <a:ea typeface="CMU Serif"/>
                <a:cs typeface="CMU Serif"/>
                <a:sym typeface="CMU Serif"/>
              </a:rPr>
              <a:t>Lorem ipsum dolor sit amet, consectetur adipiscing elit. Sed tincidunt mi sit amet mollis tempor. Nunc a placerat erat. Duis dolor nisi, efficitur fermentum dolor id, semper efficitur ex. Morbi rutrum nunc lorem, tempor egestas metus hendrerit vitae. Curabitur tincidunt ante ac nulla fermentum, a condimentum leo sagittis.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959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2042" y="6866327"/>
            <a:ext cx="18832085" cy="3802750"/>
            <a:chOff x="0" y="0"/>
            <a:chExt cx="4269473" cy="8621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9473" cy="862132"/>
            </a:xfrm>
            <a:custGeom>
              <a:avLst/>
              <a:gdLst/>
              <a:ahLst/>
              <a:cxnLst/>
              <a:rect l="l" t="t" r="r" b="b"/>
              <a:pathLst>
                <a:path w="4269473" h="862132">
                  <a:moveTo>
                    <a:pt x="0" y="0"/>
                  </a:moveTo>
                  <a:lnTo>
                    <a:pt x="4269473" y="0"/>
                  </a:lnTo>
                  <a:lnTo>
                    <a:pt x="4269473" y="862132"/>
                  </a:lnTo>
                  <a:lnTo>
                    <a:pt x="0" y="862132"/>
                  </a:lnTo>
                  <a:close/>
                </a:path>
              </a:pathLst>
            </a:custGeom>
            <a:solidFill>
              <a:srgbClr val="D1C28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69473" cy="900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72042" y="3269470"/>
            <a:ext cx="18832085" cy="3728418"/>
            <a:chOff x="0" y="0"/>
            <a:chExt cx="4269473" cy="8452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269473" cy="845280"/>
            </a:xfrm>
            <a:custGeom>
              <a:avLst/>
              <a:gdLst/>
              <a:ahLst/>
              <a:cxnLst/>
              <a:rect l="l" t="t" r="r" b="b"/>
              <a:pathLst>
                <a:path w="4269473" h="845280">
                  <a:moveTo>
                    <a:pt x="0" y="0"/>
                  </a:moveTo>
                  <a:lnTo>
                    <a:pt x="4269473" y="0"/>
                  </a:lnTo>
                  <a:lnTo>
                    <a:pt x="4269473" y="845280"/>
                  </a:lnTo>
                  <a:lnTo>
                    <a:pt x="0" y="845280"/>
                  </a:lnTo>
                  <a:close/>
                </a:path>
              </a:pathLst>
            </a:custGeom>
            <a:solidFill>
              <a:srgbClr val="BAA24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269473" cy="883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212815" y="2604039"/>
            <a:ext cx="11862370" cy="5078922"/>
            <a:chOff x="0" y="0"/>
            <a:chExt cx="3048782" cy="130534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048783" cy="1305349"/>
            </a:xfrm>
            <a:custGeom>
              <a:avLst/>
              <a:gdLst/>
              <a:ahLst/>
              <a:cxnLst/>
              <a:rect l="l" t="t" r="r" b="b"/>
              <a:pathLst>
                <a:path w="3048783" h="1305349">
                  <a:moveTo>
                    <a:pt x="0" y="0"/>
                  </a:moveTo>
                  <a:lnTo>
                    <a:pt x="3048783" y="0"/>
                  </a:lnTo>
                  <a:lnTo>
                    <a:pt x="3048783" y="1305349"/>
                  </a:lnTo>
                  <a:lnTo>
                    <a:pt x="0" y="1305349"/>
                  </a:ln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3048782" cy="13434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55037" y="4644897"/>
            <a:ext cx="14777926" cy="152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65"/>
              </a:lnSpc>
            </a:pPr>
            <a:r>
              <a:rPr lang="en-US" sz="12072">
                <a:solidFill>
                  <a:srgbClr val="000000"/>
                </a:solidFill>
                <a:latin typeface="Simple Serenity"/>
                <a:ea typeface="Simple Serenity"/>
                <a:cs typeface="Simple Serenity"/>
                <a:sym typeface="Simple Serenit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347</Words>
  <Application>Microsoft Office PowerPoint</Application>
  <PresentationFormat>Custom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Times New Roman</vt:lpstr>
      <vt:lpstr>Simple Serenity</vt:lpstr>
      <vt:lpstr>CMU Serif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Aadarsh</cp:lastModifiedBy>
  <cp:revision>44</cp:revision>
  <dcterms:created xsi:type="dcterms:W3CDTF">2006-08-16T00:00:00Z</dcterms:created>
  <dcterms:modified xsi:type="dcterms:W3CDTF">2026-02-24T12:27:42Z</dcterms:modified>
  <dc:identifier>DAHCNqMHtvo</dc:identifier>
</cp:coreProperties>
</file>